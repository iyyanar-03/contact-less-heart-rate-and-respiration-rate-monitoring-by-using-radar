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37FA65-B06D-415F-91FD-A0B6DC092942}" v="5" dt="2026-03-02T16:33:52.0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YYANAR S" userId="abdf362a6dd99188" providerId="LiveId" clId="{2D12BDEE-BFF5-400D-ADD5-24566F101DD2}"/>
    <pc:docChg chg="custSel addSld modSld">
      <pc:chgData name="IYYANAR S" userId="abdf362a6dd99188" providerId="LiveId" clId="{2D12BDEE-BFF5-400D-ADD5-24566F101DD2}" dt="2026-03-02T16:34:21.031" v="29" actId="1076"/>
      <pc:docMkLst>
        <pc:docMk/>
      </pc:docMkLst>
      <pc:sldChg chg="addSp modSp mod">
        <pc:chgData name="IYYANAR S" userId="abdf362a6dd99188" providerId="LiveId" clId="{2D12BDEE-BFF5-400D-ADD5-24566F101DD2}" dt="2026-03-02T16:29:31.786" v="8" actId="1076"/>
        <pc:sldMkLst>
          <pc:docMk/>
          <pc:sldMk cId="4104597723" sldId="256"/>
        </pc:sldMkLst>
        <pc:spChg chg="mod">
          <ac:chgData name="IYYANAR S" userId="abdf362a6dd99188" providerId="LiveId" clId="{2D12BDEE-BFF5-400D-ADD5-24566F101DD2}" dt="2026-03-02T16:28:15.223" v="5" actId="20577"/>
          <ac:spMkLst>
            <pc:docMk/>
            <pc:sldMk cId="4104597723" sldId="256"/>
            <ac:spMk id="5" creationId="{42533CE3-2AF3-51E4-9F02-C35C8F196920}"/>
          </ac:spMkLst>
        </pc:spChg>
        <pc:picChg chg="add mod">
          <ac:chgData name="IYYANAR S" userId="abdf362a6dd99188" providerId="LiveId" clId="{2D12BDEE-BFF5-400D-ADD5-24566F101DD2}" dt="2026-03-02T16:29:31.786" v="8" actId="1076"/>
          <ac:picMkLst>
            <pc:docMk/>
            <pc:sldMk cId="4104597723" sldId="256"/>
            <ac:picMk id="7" creationId="{F60CC95A-43A0-0530-D350-C72D4A2015EA}"/>
          </ac:picMkLst>
        </pc:picChg>
      </pc:sldChg>
      <pc:sldChg chg="modSp mod">
        <pc:chgData name="IYYANAR S" userId="abdf362a6dd99188" providerId="LiveId" clId="{2D12BDEE-BFF5-400D-ADD5-24566F101DD2}" dt="2026-03-02T16:34:21.031" v="29" actId="1076"/>
        <pc:sldMkLst>
          <pc:docMk/>
          <pc:sldMk cId="4143326118" sldId="257"/>
        </pc:sldMkLst>
        <pc:spChg chg="mod">
          <ac:chgData name="IYYANAR S" userId="abdf362a6dd99188" providerId="LiveId" clId="{2D12BDEE-BFF5-400D-ADD5-24566F101DD2}" dt="2026-03-02T16:34:21.031" v="29" actId="1076"/>
          <ac:spMkLst>
            <pc:docMk/>
            <pc:sldMk cId="4143326118" sldId="257"/>
            <ac:spMk id="5" creationId="{358DB275-1B5C-6816-3753-E148E46FACDC}"/>
          </ac:spMkLst>
        </pc:spChg>
      </pc:sldChg>
      <pc:sldChg chg="modSp mod">
        <pc:chgData name="IYYANAR S" userId="abdf362a6dd99188" providerId="LiveId" clId="{2D12BDEE-BFF5-400D-ADD5-24566F101DD2}" dt="2026-03-02T16:34:12.824" v="28" actId="1076"/>
        <pc:sldMkLst>
          <pc:docMk/>
          <pc:sldMk cId="3624671690" sldId="258"/>
        </pc:sldMkLst>
        <pc:spChg chg="mod">
          <ac:chgData name="IYYANAR S" userId="abdf362a6dd99188" providerId="LiveId" clId="{2D12BDEE-BFF5-400D-ADD5-24566F101DD2}" dt="2026-03-02T16:34:12.824" v="28" actId="1076"/>
          <ac:spMkLst>
            <pc:docMk/>
            <pc:sldMk cId="3624671690" sldId="258"/>
            <ac:spMk id="5" creationId="{E3F78A31-C197-7A91-5790-AC5B38496747}"/>
          </ac:spMkLst>
        </pc:spChg>
      </pc:sldChg>
      <pc:sldChg chg="modSp mod">
        <pc:chgData name="IYYANAR S" userId="abdf362a6dd99188" providerId="LiveId" clId="{2D12BDEE-BFF5-400D-ADD5-24566F101DD2}" dt="2026-03-02T16:33:58.776" v="27" actId="1076"/>
        <pc:sldMkLst>
          <pc:docMk/>
          <pc:sldMk cId="2355815956" sldId="259"/>
        </pc:sldMkLst>
        <pc:spChg chg="mod">
          <ac:chgData name="IYYANAR S" userId="abdf362a6dd99188" providerId="LiveId" clId="{2D12BDEE-BFF5-400D-ADD5-24566F101DD2}" dt="2026-03-02T16:33:58.776" v="27" actId="1076"/>
          <ac:spMkLst>
            <pc:docMk/>
            <pc:sldMk cId="2355815956" sldId="259"/>
            <ac:spMk id="5" creationId="{69E0E511-1108-6161-63F9-1C569C58D386}"/>
          </ac:spMkLst>
        </pc:spChg>
      </pc:sldChg>
      <pc:sldChg chg="modSp mod">
        <pc:chgData name="IYYANAR S" userId="abdf362a6dd99188" providerId="LiveId" clId="{2D12BDEE-BFF5-400D-ADD5-24566F101DD2}" dt="2026-03-02T16:33:52.002" v="26" actId="1076"/>
        <pc:sldMkLst>
          <pc:docMk/>
          <pc:sldMk cId="871029884" sldId="260"/>
        </pc:sldMkLst>
        <pc:spChg chg="mod">
          <ac:chgData name="IYYANAR S" userId="abdf362a6dd99188" providerId="LiveId" clId="{2D12BDEE-BFF5-400D-ADD5-24566F101DD2}" dt="2026-03-02T16:33:52.002" v="26" actId="1076"/>
          <ac:spMkLst>
            <pc:docMk/>
            <pc:sldMk cId="871029884" sldId="260"/>
            <ac:spMk id="5" creationId="{7A0653D0-CF37-23E3-9329-84DC9BCDA1B6}"/>
          </ac:spMkLst>
        </pc:spChg>
        <pc:graphicFrameChg chg="mod">
          <ac:chgData name="IYYANAR S" userId="abdf362a6dd99188" providerId="LiveId" clId="{2D12BDEE-BFF5-400D-ADD5-24566F101DD2}" dt="2026-03-02T16:33:42.411" v="23" actId="1076"/>
          <ac:graphicFrameMkLst>
            <pc:docMk/>
            <pc:sldMk cId="871029884" sldId="260"/>
            <ac:graphicFrameMk id="7" creationId="{5301A359-DC78-E66F-EC54-63D8EC0BCB71}"/>
          </ac:graphicFrameMkLst>
        </pc:graphicFrameChg>
      </pc:sldChg>
      <pc:sldChg chg="modSp mod">
        <pc:chgData name="IYYANAR S" userId="abdf362a6dd99188" providerId="LiveId" clId="{2D12BDEE-BFF5-400D-ADD5-24566F101DD2}" dt="2026-03-02T16:33:35.729" v="22" actId="1076"/>
        <pc:sldMkLst>
          <pc:docMk/>
          <pc:sldMk cId="1735878731" sldId="261"/>
        </pc:sldMkLst>
        <pc:spChg chg="mod">
          <ac:chgData name="IYYANAR S" userId="abdf362a6dd99188" providerId="LiveId" clId="{2D12BDEE-BFF5-400D-ADD5-24566F101DD2}" dt="2026-03-02T16:33:35.729" v="22" actId="1076"/>
          <ac:spMkLst>
            <pc:docMk/>
            <pc:sldMk cId="1735878731" sldId="261"/>
            <ac:spMk id="5" creationId="{F780DF3E-D884-E1BF-DBD8-7A4067479F9F}"/>
          </ac:spMkLst>
        </pc:spChg>
      </pc:sldChg>
      <pc:sldChg chg="modSp mod">
        <pc:chgData name="IYYANAR S" userId="abdf362a6dd99188" providerId="LiveId" clId="{2D12BDEE-BFF5-400D-ADD5-24566F101DD2}" dt="2026-03-02T16:33:09.645" v="15" actId="20577"/>
        <pc:sldMkLst>
          <pc:docMk/>
          <pc:sldMk cId="3672268215" sldId="262"/>
        </pc:sldMkLst>
        <pc:spChg chg="mod">
          <ac:chgData name="IYYANAR S" userId="abdf362a6dd99188" providerId="LiveId" clId="{2D12BDEE-BFF5-400D-ADD5-24566F101DD2}" dt="2026-03-02T16:33:09.645" v="15" actId="20577"/>
          <ac:spMkLst>
            <pc:docMk/>
            <pc:sldMk cId="3672268215" sldId="262"/>
            <ac:spMk id="5" creationId="{DDDBD7F3-CB02-36C0-113F-C271F22759A2}"/>
          </ac:spMkLst>
        </pc:spChg>
        <pc:graphicFrameChg chg="mod">
          <ac:chgData name="IYYANAR S" userId="abdf362a6dd99188" providerId="LiveId" clId="{2D12BDEE-BFF5-400D-ADD5-24566F101DD2}" dt="2026-03-02T16:33:03.479" v="13" actId="1076"/>
          <ac:graphicFrameMkLst>
            <pc:docMk/>
            <pc:sldMk cId="3672268215" sldId="262"/>
            <ac:graphicFrameMk id="4" creationId="{60264A79-A0D4-375E-821A-9BAE80B82433}"/>
          </ac:graphicFrameMkLst>
        </pc:graphicFrameChg>
      </pc:sldChg>
      <pc:sldChg chg="addSp delSp new mod">
        <pc:chgData name="IYYANAR S" userId="abdf362a6dd99188" providerId="LiveId" clId="{2D12BDEE-BFF5-400D-ADD5-24566F101DD2}" dt="2026-03-02T16:32:53.574" v="12"/>
        <pc:sldMkLst>
          <pc:docMk/>
          <pc:sldMk cId="1643014355" sldId="263"/>
        </pc:sldMkLst>
        <pc:spChg chg="del">
          <ac:chgData name="IYYANAR S" userId="abdf362a6dd99188" providerId="LiveId" clId="{2D12BDEE-BFF5-400D-ADD5-24566F101DD2}" dt="2026-03-02T16:32:51.950" v="11" actId="478"/>
          <ac:spMkLst>
            <pc:docMk/>
            <pc:sldMk cId="1643014355" sldId="263"/>
            <ac:spMk id="2" creationId="{6264C8B8-EC48-2596-CF74-D80B3383B608}"/>
          </ac:spMkLst>
        </pc:spChg>
        <pc:spChg chg="del">
          <ac:chgData name="IYYANAR S" userId="abdf362a6dd99188" providerId="LiveId" clId="{2D12BDEE-BFF5-400D-ADD5-24566F101DD2}" dt="2026-03-02T16:32:49.277" v="10" actId="478"/>
          <ac:spMkLst>
            <pc:docMk/>
            <pc:sldMk cId="1643014355" sldId="263"/>
            <ac:spMk id="3" creationId="{78B2ED85-CC5B-E743-B966-6683168553FC}"/>
          </ac:spMkLst>
        </pc:spChg>
        <pc:picChg chg="add">
          <ac:chgData name="IYYANAR S" userId="abdf362a6dd99188" providerId="LiveId" clId="{2D12BDEE-BFF5-400D-ADD5-24566F101DD2}" dt="2026-03-02T16:32:53.574" v="12"/>
          <ac:picMkLst>
            <pc:docMk/>
            <pc:sldMk cId="1643014355" sldId="263"/>
            <ac:picMk id="3074" creationId="{F92ED77F-D118-EA21-6551-7AC218EDC0F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06116-4A66-A253-25FA-80009E6F4F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0A3ACC-1B18-3EEB-4F5B-1D5782ECEF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6B17C-2471-4D14-7430-0E92E7532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62E3F-1B6F-4F4B-9D2D-E9E99DE71D2F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457C2-D1A5-BBD5-7ACA-197A72135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23495-86AD-E00B-7DE9-1A02573B2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0728-59ED-438B-A6EE-CFC36F0444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572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7376C-B091-E0AA-51BE-5E2F893A6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CFE73-2E32-3626-BBEF-689E9A65A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65E0C-8243-3141-D1BC-988C196B3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62E3F-1B6F-4F4B-9D2D-E9E99DE71D2F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2476C-9E6E-269D-4999-51F8C4A8F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76B42-C8F9-D382-801E-9A007D993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0728-59ED-438B-A6EE-CFC36F0444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875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6F946-2406-D801-AB18-869AB1A99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BBCD0B-1DBE-C340-30AB-AD58DF117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D7852-9234-A9E8-0749-5ED983208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62E3F-1B6F-4F4B-9D2D-E9E99DE71D2F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043D0-CFDE-F52A-1592-EA84226D1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AC040-64F9-459A-8114-A6D1E107D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0728-59ED-438B-A6EE-CFC36F0444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5601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B92B1-C7A3-FD6D-7000-82EC182FC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C3612-C65D-123D-BB6C-6EF7DA2981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30BF47-DDB1-9B48-7CC5-9857DDAEE7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205212-041E-72C7-3467-8A267FEF7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62E3F-1B6F-4F4B-9D2D-E9E99DE71D2F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607929-2FCE-6192-0346-9C6B69A64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661EF8-67BE-8F1C-DB99-8AA50600D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0728-59ED-438B-A6EE-CFC36F0444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411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FF04-1736-A532-241A-2DD83EC7A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26D45-929E-BCA5-5041-34149F406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7F179B-5D79-1783-881F-71C1937F8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EF67A3-F851-6D73-5DB7-01D9B3D513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580963-A836-0061-8A08-D6CFEEEC17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DD7A20-C14B-1FEF-65EF-054D7CF0E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62E3F-1B6F-4F4B-9D2D-E9E99DE71D2F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4EC86-4A7C-EA59-7981-DFB1ADE1F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87E50E-EE02-6EE6-CCF6-24F6CA4FB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0728-59ED-438B-A6EE-CFC36F0444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854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42501-7703-D1BB-88B2-5D030E858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2688D2-E679-8740-B32E-807190C68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62E3F-1B6F-4F4B-9D2D-E9E99DE71D2F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ED689E-0D44-A319-6241-02220BF79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3970BD-D580-DE0E-B234-9DB3F574F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0728-59ED-438B-A6EE-CFC36F0444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973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DB3497-565D-AF28-D9F3-F2CCE2477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62E3F-1B6F-4F4B-9D2D-E9E99DE71D2F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82CF85-65F8-FCB1-FEF7-B281DC961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9E7AE5-5726-16FC-E777-137EB1567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0728-59ED-438B-A6EE-CFC36F0444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001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A578C-1E80-2F82-BB69-5675EFA02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B64C3-92F2-1067-5F76-919671640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3192D5-E29A-2CB5-DFE0-9214483293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B2B21A-3C8F-3401-95EA-943F90545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62E3F-1B6F-4F4B-9D2D-E9E99DE71D2F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8CBD7-4A47-2AAB-986A-4FFEB9446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E7D41-C781-8750-8C7E-0393F4058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0728-59ED-438B-A6EE-CFC36F0444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523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4FDE0-DA88-77DE-7443-F4E898508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F71943-C131-5070-28B0-C916A16C04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B3BE74-EFEC-E361-8A49-29F011D3FC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21AA04-5F17-A6CE-036F-14DFD7D9B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62E3F-1B6F-4F4B-9D2D-E9E99DE71D2F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CB186A-50CA-D837-8392-4899A13EC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FF883D-E827-2F2B-4F1A-18B96D09C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0728-59ED-438B-A6EE-CFC36F0444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64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1F536-86F2-F6F8-1B5C-44C7CD86B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1DAB71-0A42-CB54-DB42-FBB5B7DC0F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B038B-9CAB-069D-0BAF-E84B0F07C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62E3F-1B6F-4F4B-9D2D-E9E99DE71D2F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91121-0747-DA2E-8BE5-2F6348B50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611E3-2F72-E29E-1764-6D3070851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0728-59ED-438B-A6EE-CFC36F0444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643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C7D8A2-D98D-244A-2DD0-AF65F21418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062393-AB9D-707C-9354-736CAAA8F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6B029-B668-CAA3-6E64-3C46A481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62E3F-1B6F-4F4B-9D2D-E9E99DE71D2F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3D48E-0919-5BF8-FD76-85D01DACB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B9055-E4A3-6F86-CE0E-38DDCD44D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0728-59ED-438B-A6EE-CFC36F0444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38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45A594-F01A-1898-C399-6FDA7C389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168A3-2E8F-3C53-1508-904CD1888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C3AF4-1952-DAC8-F66A-E5D2EB80A1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062E3F-1B6F-4F4B-9D2D-E9E99DE71D2F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69F1C-B654-14AF-1EA4-ACD21279A9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41094-E3A1-BA81-6324-D354C47A59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60728-59ED-438B-A6EE-CFC36F0444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824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2533CE3-2AF3-51E4-9F02-C35C8F196920}"/>
              </a:ext>
            </a:extLst>
          </p:cNvPr>
          <p:cNvSpPr txBox="1"/>
          <p:nvPr/>
        </p:nvSpPr>
        <p:spPr>
          <a:xfrm>
            <a:off x="1774963" y="548170"/>
            <a:ext cx="6094476" cy="373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1) Micro-USB Port (Main Port)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0CC95A-43A0-0530-D350-C72D4A2015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963" y="1104742"/>
            <a:ext cx="8642074" cy="4831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597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58DB275-1B5C-6816-3753-E148E46FACDC}"/>
              </a:ext>
            </a:extLst>
          </p:cNvPr>
          <p:cNvSpPr txBox="1"/>
          <p:nvPr/>
        </p:nvSpPr>
        <p:spPr>
          <a:xfrm>
            <a:off x="3760470" y="2115059"/>
            <a:ext cx="6094476" cy="1969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1) Power Supply (5V)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board needs 5V DC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USB provides power from your laptop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extra adapter needed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👉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Without this → Board will not turn ON</a:t>
            </a:r>
          </a:p>
        </p:txBody>
      </p:sp>
    </p:spTree>
    <p:extLst>
      <p:ext uri="{BB962C8B-B14F-4D97-AF65-F5344CB8AC3E}">
        <p14:creationId xmlns:p14="http://schemas.microsoft.com/office/powerpoint/2010/main" val="4143326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78A31-C197-7A91-5790-AC5B38496747}"/>
              </a:ext>
            </a:extLst>
          </p:cNvPr>
          <p:cNvSpPr txBox="1"/>
          <p:nvPr/>
        </p:nvSpPr>
        <p:spPr>
          <a:xfrm>
            <a:off x="2955798" y="1247867"/>
            <a:ext cx="6094476" cy="3959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2) Communication (UART Data Transfer)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is very important for your project.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Sends radar data to your laptop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Receives configuration commands from PC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Creates 2 COM ports in Device Manager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vital signs: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 COM port sends </a:t>
            </a: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heart &amp; respiration data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 COM port receives </a:t>
            </a: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configuration commands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8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👉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Without this → No data transfer to MATLAB/Python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4671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9E0E511-1108-6161-63F9-1C569C58D386}"/>
              </a:ext>
            </a:extLst>
          </p:cNvPr>
          <p:cNvSpPr txBox="1"/>
          <p:nvPr/>
        </p:nvSpPr>
        <p:spPr>
          <a:xfrm>
            <a:off x="3129534" y="2317917"/>
            <a:ext cx="6094476" cy="2368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3) Firmware Flashing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you upload: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Vital signs demo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Custom firmware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 use this same USB port.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👉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Without this → You cannot program the radar</a:t>
            </a:r>
          </a:p>
        </p:txBody>
      </p:sp>
    </p:spTree>
    <p:extLst>
      <p:ext uri="{BB962C8B-B14F-4D97-AF65-F5344CB8AC3E}">
        <p14:creationId xmlns:p14="http://schemas.microsoft.com/office/powerpoint/2010/main" val="2355815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7A0653D0-CF37-23E3-9329-84DC9BCDA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9960" y="1221873"/>
            <a:ext cx="7012106" cy="2641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SOP Mode Switch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⚙️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(Boot Mode Selection)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is not a cable port, but it is REQUIRED.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📌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Why it is needed: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decides: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Whether the board runs normally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 enters flashing mode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your project: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👉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If SOP is wrong → Board will not start correctly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301A359-DC78-E66F-EC54-63D8EC0BCB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502366"/>
              </p:ext>
            </p:extLst>
          </p:nvPr>
        </p:nvGraphicFramePr>
        <p:xfrm>
          <a:off x="3489960" y="3992544"/>
          <a:ext cx="5836920" cy="196362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18460">
                  <a:extLst>
                    <a:ext uri="{9D8B030D-6E8A-4147-A177-3AD203B41FA5}">
                      <a16:colId xmlns:a16="http://schemas.microsoft.com/office/drawing/2014/main" val="3918265972"/>
                    </a:ext>
                  </a:extLst>
                </a:gridCol>
                <a:gridCol w="2918460">
                  <a:extLst>
                    <a:ext uri="{9D8B030D-6E8A-4147-A177-3AD203B41FA5}">
                      <a16:colId xmlns:a16="http://schemas.microsoft.com/office/drawing/2014/main" val="1049389024"/>
                    </a:ext>
                  </a:extLst>
                </a:gridCol>
              </a:tblGrid>
              <a:tr h="65454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Situation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SOP Mode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09242321"/>
                  </a:ext>
                </a:extLst>
              </a:tr>
              <a:tr h="65454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Running Vital Signs Demo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Functional Mode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93078725"/>
                  </a:ext>
                </a:extLst>
              </a:tr>
              <a:tr h="65454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Uploading new firmware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Flashing Mode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26294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1029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80DF3E-D884-E1BF-DBD8-7A4067479F9F}"/>
              </a:ext>
            </a:extLst>
          </p:cNvPr>
          <p:cNvSpPr txBox="1"/>
          <p:nvPr/>
        </p:nvSpPr>
        <p:spPr>
          <a:xfrm>
            <a:off x="3879342" y="2138908"/>
            <a:ext cx="6094476" cy="2763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2.) External 5V Power Jack (Optional)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Why it is NOT usually required: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USB power is enough.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only if: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USB port cannot supply enough current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 attach extra hardware</a:t>
            </a:r>
          </a:p>
          <a:p>
            <a:pPr>
              <a:buNone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your normal biomedical project → NOT needed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5878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264A79-A0D4-375E-821A-9BAE80B824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40751"/>
              </p:ext>
            </p:extLst>
          </p:nvPr>
        </p:nvGraphicFramePr>
        <p:xfrm>
          <a:off x="3712464" y="2413286"/>
          <a:ext cx="4767072" cy="22341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83536">
                  <a:extLst>
                    <a:ext uri="{9D8B030D-6E8A-4147-A177-3AD203B41FA5}">
                      <a16:colId xmlns:a16="http://schemas.microsoft.com/office/drawing/2014/main" val="2396666778"/>
                    </a:ext>
                  </a:extLst>
                </a:gridCol>
                <a:gridCol w="2383536">
                  <a:extLst>
                    <a:ext uri="{9D8B030D-6E8A-4147-A177-3AD203B41FA5}">
                      <a16:colId xmlns:a16="http://schemas.microsoft.com/office/drawing/2014/main" val="1210939355"/>
                    </a:ext>
                  </a:extLst>
                </a:gridCol>
              </a:tblGrid>
              <a:tr h="45509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Port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Why Not Needed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79283855"/>
                  </a:ext>
                </a:extLst>
              </a:tr>
              <a:tr h="45509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60-Pin Expansion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Only for external processor integration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36784270"/>
                  </a:ext>
                </a:extLst>
              </a:tr>
              <a:tr h="45509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JTAG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Only for low-level debugging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72825274"/>
                  </a:ext>
                </a:extLst>
              </a:tr>
              <a:tr h="45509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External Antenna Port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Antenna already integrated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7788385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DDDBD7F3-CB02-36C0-113F-C271F2275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8520" y="1577220"/>
            <a:ext cx="45834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Ports You DO NOT Need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2268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WR6843ISK: DCA1000 data acquisition">
            <a:extLst>
              <a:ext uri="{FF2B5EF4-FFF2-40B4-BE49-F238E27FC236}">
                <a16:creationId xmlns:a16="http://schemas.microsoft.com/office/drawing/2014/main" id="{F92ED77F-D118-EA21-6551-7AC218EDC0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313" y="947738"/>
            <a:ext cx="8715375" cy="496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3014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274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Segoe UI Emoji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IYYANAR S</dc:creator>
  <cp:lastModifiedBy>IYYANAR S</cp:lastModifiedBy>
  <cp:revision>2</cp:revision>
  <dcterms:created xsi:type="dcterms:W3CDTF">2026-03-02T16:27:16Z</dcterms:created>
  <dcterms:modified xsi:type="dcterms:W3CDTF">2026-03-03T10:54:23Z</dcterms:modified>
</cp:coreProperties>
</file>